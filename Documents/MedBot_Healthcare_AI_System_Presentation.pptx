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Health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14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E9B5"/>
                </a:solidFill>
                <a:latin typeface="Calibri"/>
              </a:rPr>
              <a:t>AI-Powered Healthcare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Making healthcare information easier to access, understand, and navigate.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Prepared By PHALLY MAKARA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Position AI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  <a:latin typeface="Calibri"/>
              </a:rPr>
              <a:t>Production Launch: September 18,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Calibri"/>
              </a:rPr>
              <a:t>Website: medbot.bcietech.com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Healthcare Information Should Be Easier to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Patients routinely encounter major friction when trying to get basic healthcare answers: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84831"/>
            <a:ext cx="3566160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Search Across Different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Healthcare information is scattered across unverified social media, outdated websites, and word-of-mouth recommendations.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084831"/>
            <a:ext cx="3566160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Find the Right Hospital or Dept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Patients struggle to identify which facility or specialty handles their specific symptom or clinical condition.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4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2084831"/>
            <a:ext cx="3566160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Understand Healthcare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Complex medical terminology makes it difficult for patients to know what care is actually available or needed.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39"/>
            <a:ext cx="537667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49039"/>
            <a:ext cx="5376672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85876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206239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Common Healthcare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553711"/>
            <a:ext cx="5084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Lack of a trusted 24/7 channel for preliminary, everyday healthcare guidance and symptom triage.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749039"/>
            <a:ext cx="537667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749039"/>
            <a:ext cx="5376672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85876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206239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Time Spent Contacting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4553711"/>
            <a:ext cx="5084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Reaching busy clinic reception telephone lines just to confirm basic hours or locations wastes valuable time.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Finding the right healthcare information can take time and effort.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Introducing Health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An AI-Powered Healthcare Assistant for 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Health AI is an intelligent healthcare assistant designed to empower users 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84831"/>
            <a:ext cx="35661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Ask Healthcare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Receive clear, conversational answers about everyday symptoms, preventive health advice, and wellness inquiries.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2084831"/>
            <a:ext cx="35661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Find Hospital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Locate verified health facilities, operational details, direct phone numbers, and emergency contact hotlines.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4" y="2084831"/>
            <a:ext cx="356616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2084831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194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542031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Explore Departments &amp;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89503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Discover which medical specialties are available and navigate directly to the appropriate clinical department.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39"/>
            <a:ext cx="537667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749039"/>
            <a:ext cx="5376672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385876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4206239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Understand Healthcare Information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4553711"/>
            <a:ext cx="5084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Translates complex medical jargon into simple, plain language that anyone can easily understand.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3749039"/>
            <a:ext cx="5376672" cy="12344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749039"/>
            <a:ext cx="537667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385876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🇰🇭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4206239"/>
            <a:ext cx="50840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Khmer &amp; English Fluency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136" y="4553711"/>
            <a:ext cx="508406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Communicate naturally in native Khmer script and English with seamless, real-time bilingual switching.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Ask your question. Get the information you need.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What Can Health AI Help With?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Healthcare Information at Your Fingertips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3566160" cy="3886200"/>
          </a:xfrm>
          <a:prstGeom prst="rect">
            <a:avLst/>
          </a:prstGeom>
          <a:solidFill>
            <a:srgbClr val="FAFAFA"/>
          </a:solidFill>
          <a:ln w="9525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35661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19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B5A"/>
                </a:solidFill>
                <a:latin typeface="Calibri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791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Ask healthcare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3522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Ask follow-up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9125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Use Khmer or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Direct Conversational Guidance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1874519"/>
            <a:ext cx="3566160" cy="3886200"/>
          </a:xfrm>
          <a:prstGeom prst="rect">
            <a:avLst/>
          </a:prstGeom>
          <a:solidFill>
            <a:srgbClr val="FAFAFA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874519"/>
            <a:ext cx="356616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2331719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Calibri"/>
              </a:rPr>
              <a:t>DISCOVER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6" y="26791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Explore hospitals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293522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Find departments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319125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Explore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Facility &amp; Department Finder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1874519"/>
            <a:ext cx="3566160" cy="3886200"/>
          </a:xfrm>
          <a:prstGeom prst="rect">
            <a:avLst/>
          </a:prstGeom>
          <a:solidFill>
            <a:srgbClr val="FAFAFA"/>
          </a:solidFill>
          <a:ln w="9525">
            <a:solidFill>
              <a:srgbClr val="074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4" y="1874519"/>
            <a:ext cx="3566160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331719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7464A"/>
                </a:solidFill>
                <a:latin typeface="Calibri"/>
              </a:rPr>
              <a:t>UNDERSTAND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679191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Get relevant information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35223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Understand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191255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Navigate healthcare info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alibri"/>
              </a:rPr>
              <a:t>Actionable Patient Clarity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SECTION 2 • CURRENT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Phase 1 — AI Healthcare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Available Today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65176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26517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331719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7919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Healthcare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35223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Khmer &amp; English conversation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191255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Contextual follow-up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1874519"/>
            <a:ext cx="265176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874519"/>
            <a:ext cx="26517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331719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Hospital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267919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Hospital profiles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75304" y="2935223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Clinical departments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3191255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Healthcare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3447287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Basic contact info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265176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874519"/>
            <a:ext cx="26517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331719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Healthcare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67919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Explore healthcare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935223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Find relevant departments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3191255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Access location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874519"/>
            <a:ext cx="2651760" cy="32918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874519"/>
            <a:ext cx="265176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53144" y="1984247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🛡️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2331719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Trusted Information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4" y="2679191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Reviewed continuously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4" y="2935223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Knowledge coverage expanding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3191255"/>
            <a:ext cx="2359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334155"/>
                </a:solidFill>
                <a:latin typeface="Calibri"/>
              </a:rPr>
              <a:t>✔  Verified open data sources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Today, Health AI focuses on helping users find and understand healthcare information.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TRANSPARENT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What Is Not Available Yet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Scope Transparency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Health AI is currently focused on information and discovery. The following capabilities are planned for future phases: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1. Hospital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6032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Direct patient profile registration and record setup with partner hospitals.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10312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210312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21284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2. Queue / Ticket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56032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Booking live virtual queue tickets in advance before physical hospital visits.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210312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210312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21284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3. Doctor &amp; Specialist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56032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Filtering specific doctors by name, detailed credentials, or shift schedules.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65760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76732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4. Appointment Booking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11480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Scheduling specific date/time outpatient consultation slots with doctors.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70832" y="365760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0832" y="365760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376732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5. Patient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11480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Saving previous consultation history, personal health logs, or visit records.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3657600"/>
            <a:ext cx="3566160" cy="1417320"/>
          </a:xfrm>
          <a:prstGeom prst="rect">
            <a:avLst/>
          </a:prstGeom>
          <a:solidFill>
            <a:srgbClr val="FFFBEB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4" y="365760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3767328"/>
            <a:ext cx="3273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6. Complete Service Workflows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114800"/>
            <a:ext cx="3273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End-to-end digital prescription dispatch, insurance claims, and billing.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706"/>
                </a:solidFill>
                <a:latin typeface="Calibri"/>
              </a:rPr>
              <a:t>KEY MESSAGE: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We are starting with information assistance and gradually expanding toward healthcare services.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SECTION 3 • NEXT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What's Coming Next?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Phase 2 — From Information 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The next phase will allow users to move from finding information to accessing healthcare services directly: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121408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Hospital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Register with participating hospitals online.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103120"/>
            <a:ext cx="2121408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1216" y="2103120"/>
            <a:ext cx="2121408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🎟️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Book Queue Ticket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Get a queue ticket before visiting the hospital.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2103120"/>
            <a:ext cx="2121408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2352" y="2103120"/>
            <a:ext cx="212140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👨‍⚕️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Doctor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Find doctors based on specialty and available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103120"/>
            <a:ext cx="2121408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3488" y="2103120"/>
            <a:ext cx="2121408" cy="54864"/>
          </a:xfrm>
          <a:prstGeom prst="rect">
            <a:avLst/>
          </a:prstGeom>
          <a:solidFill>
            <a:srgbClr val="074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Appointment Booking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Find and schedule clinical outpatient appointments.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2103120"/>
            <a:ext cx="2121408" cy="3017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2103120"/>
            <a:ext cx="2121408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View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Access previous healthcare service and interaction history.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Transforming conversational answers into tangible clinic actions and confirmed visits.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The Future Healthcare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From Asking to Taking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End-to-End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A connected, seamless patient experience linking discovery directly to clinical care: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1353312" cy="2743200"/>
          </a:xfrm>
          <a:prstGeom prst="rect">
            <a:avLst/>
          </a:prstGeom>
          <a:solidFill>
            <a:srgbClr val="F0FDF4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5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9B5A"/>
                </a:solidFill>
                <a:latin typeface="Calibri"/>
              </a:rPr>
              <a:t>PHASE 1 (LIVE)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2240280"/>
            <a:ext cx="1353312" cy="2743200"/>
          </a:xfrm>
          <a:prstGeom prst="rect">
            <a:avLst/>
          </a:prstGeom>
          <a:solidFill>
            <a:srgbClr val="F0FDF4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04288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9B5A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9B5A"/>
                </a:solidFill>
                <a:latin typeface="Calibri"/>
              </a:rPr>
              <a:t>PHASE 1 (LIVE)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5616" y="2240280"/>
            <a:ext cx="135331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6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Register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7056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284C7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4" y="2240280"/>
            <a:ext cx="135331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Find Doctor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284C7"/>
                </a:solidFill>
                <a:latin typeface="Calibri"/>
              </a:rPr>
              <a:t>PHASE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1152" y="2240280"/>
            <a:ext cx="135331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4C7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Book Ticket / Appt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284C7"/>
                </a:solidFill>
                <a:latin typeface="Calibri"/>
              </a:rPr>
              <a:t>PHASE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2240280"/>
            <a:ext cx="135331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Visit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HOSPITAL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57232" y="3291840"/>
            <a:ext cx="219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B5A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76688" y="2240280"/>
            <a:ext cx="1353312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128" y="2423160"/>
            <a:ext cx="1170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8128" y="2926080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Calibri"/>
              </a:rPr>
              <a:t>View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68128" y="4343400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7C3AED"/>
                </a:solidFill>
                <a:latin typeface="Calibri"/>
              </a:rPr>
              <a:t>PHASE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Our goal is to make the healthcare journey simpler from discovery to service.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OPERATIONAL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Production Launch Is the 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Iterative Growth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After launch, we will continuously cycle through five operational pillars: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121408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Understand what users and patients truly need.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71216" y="2103120"/>
            <a:ext cx="2121408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71216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Identify common questions and information gaps.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2103120"/>
            <a:ext cx="2121408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02352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8656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Improve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Refine healthcare information and user experience.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33488" y="2103120"/>
            <a:ext cx="2121408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33488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Expand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Add more services and hospital partners.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64624" y="2103120"/>
            <a:ext cx="2121408" cy="219456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4624" y="2103120"/>
            <a:ext cx="2121408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0928" y="2212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Calibr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2560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Measure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2907792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334155"/>
                </a:solidFill>
                <a:latin typeface="Calibri"/>
              </a:rPr>
              <a:t>Monitor service quality, speed, and accuracy.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26280"/>
            <a:ext cx="1090879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63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464A"/>
                </a:solidFill>
                <a:latin typeface="Calibri"/>
              </a:rPr>
              <a:t>Improvement Cycle:    User   →   Feedback   →   Improvement   →   Better Experience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ECFDF5"/>
          </a:solidFill>
          <a:ln w="1905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458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5A"/>
                </a:solidFill>
                <a:latin typeface="Calibri"/>
              </a:rPr>
              <a:t>KEY MESSAGE: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5458968"/>
            <a:ext cx="9171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Calibri"/>
              </a:rPr>
              <a:t>User-driven feedback ensures continuous quality and relevance for all Cambodian patients.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SECTION 4 • REAL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Live 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Let's Experience Health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5303520" cy="39319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530352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84247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B5A"/>
                </a:solidFill>
                <a:latin typeface="Calibri"/>
              </a:rPr>
              <a:t>DEMO JOURNEY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1. Open Health AI (medbot.bcietech.com)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614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2. Ask a healthcare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4553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3. Ask about a hospital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958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4. Explore a department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1363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5. Ask about a healthcare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4155"/>
                </a:solidFill>
                <a:latin typeface="Calibri"/>
              </a:rPr>
              <a:t>6. Ask a follow-up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817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A"/>
                </a:solidFill>
                <a:latin typeface="Calibri"/>
              </a:rPr>
              <a:t>7. Demonstrate Khmer (ភាសាខ្មែរ)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6577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A"/>
                </a:solidFill>
                <a:latin typeface="Calibri"/>
              </a:rPr>
              <a:t>8. Demonstrate English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874519"/>
            <a:ext cx="5303520" cy="1828800"/>
          </a:xfrm>
          <a:prstGeom prst="rect">
            <a:avLst/>
          </a:prstGeom>
          <a:solidFill>
            <a:srgbClr val="F0F9FF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874519"/>
            <a:ext cx="53035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1984247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  <a:latin typeface="Calibri"/>
              </a:rPr>
              <a:t>SPEAKER TRANSITION CUE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231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7464A"/>
                </a:solidFill>
                <a:latin typeface="Calibri"/>
              </a:rPr>
              <a:t>"Now that we've seen what Health AI can do, let me show you the actual experience."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5303520" cy="192024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886200"/>
            <a:ext cx="5303520" cy="54864"/>
          </a:xfrm>
          <a:prstGeom prst="rect">
            <a:avLst/>
          </a:prstGeom>
          <a:solidFill>
            <a:srgbClr val="0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3995928"/>
            <a:ext cx="5010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DEMO PRINCIPLE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4155"/>
                </a:solidFill>
                <a:latin typeface="Calibri"/>
              </a:rPr>
              <a:t>Don't explain the technology.
Perform the live interaction naturally so the audience experiences the simplicity, speed, and helpfulness firsthand.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7472"/>
            <a:ext cx="2377440" cy="274320"/>
          </a:xfrm>
          <a:prstGeom prst="rect">
            <a:avLst/>
          </a:prstGeom>
          <a:solidFill>
            <a:srgbClr val="E6F4EA"/>
          </a:solidFill>
          <a:ln w="127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9B5A"/>
                </a:solidFill>
                <a:latin typeface="Calibri"/>
              </a:rPr>
              <a:t>PRODUCTION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464A"/>
                </a:solidFill>
                <a:latin typeface="Calibri"/>
              </a:rPr>
              <a:t>Health AI Is Ready for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18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84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i="0">
                <a:solidFill>
                  <a:srgbClr val="009B5A"/>
                </a:solidFill>
                <a:latin typeface="Calibri"/>
              </a:rPr>
              <a:t>Officially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908792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F172A"/>
                </a:solidFill>
                <a:latin typeface="Calibri"/>
              </a:rPr>
              <a:t>🚀 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94457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464A"/>
                </a:solidFill>
                <a:latin typeface="Calibri"/>
              </a:rPr>
              <a:t>Today marks the beginning of Health AI's journey from an AI information assistant toward a connected digital healthcare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3657600"/>
            <a:ext cx="6309360" cy="1188720"/>
          </a:xfrm>
          <a:prstGeom prst="rect">
            <a:avLst/>
          </a:prstGeom>
          <a:solidFill>
            <a:srgbClr val="ECFDF5"/>
          </a:solidFill>
          <a:ln w="25400">
            <a:solidFill>
              <a:srgbClr val="00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379476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64748B"/>
                </a:solidFill>
                <a:latin typeface="Calibri"/>
              </a:rPr>
              <a:t>TRY HEALTH AI LIVE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16052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9B5A"/>
                </a:solidFill>
                <a:latin typeface="Calibri"/>
              </a:rPr>
              <a:t>medbot.bcietech.com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66360"/>
            <a:ext cx="9445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Thank you! Questions, feedback, and partnership discussion.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59436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64748B"/>
                </a:solidFill>
                <a:latin typeface="Calibri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